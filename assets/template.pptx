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KEMRI Wellcome Trust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Data Management Unit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/>
              <a:t>22 June 2026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r>
              <a:rPr/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• Key point one
• Key point two
• Key point three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/>
              <a:t>22 June 2026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r>
              <a:rPr/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Two 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r>
              <a:rPr/>
              <a:t>Left column content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r>
              <a:rPr/>
              <a:t>Right column content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/>
              <a:t>22 June 2026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r>
              <a:rPr/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[Chart will be inserted here]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/>
              <a:t>22 June 2026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r>
              <a:rPr/>
              <a:t>Slide 4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bob</cp:lastModifiedBy>
  <cp:revision>3</cp:revision>
  <dcterms:created xsi:type="dcterms:W3CDTF">2017-02-13T16:18:36Z</dcterms:created>
  <dcterms:modified xsi:type="dcterms:W3CDTF">2026-06-22T20:24:43Z</dcterms:modified>
  <cp:category/>
</cp:coreProperties>
</file>
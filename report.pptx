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custDataLst>
    <p:tags r:id="rId13"/>
  </p:custDataLst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>
      <p:cViewPr varScale="1">
        <p:scale>
          <a:sx d="100" n="92"/>
          <a:sy d="100" n="92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tags" Target="tags/tag1.xml" /><Relationship Id="rId14" Type="http://schemas.openxmlformats.org/officeDocument/2006/relationships/presProps" Target="presProps.xml" /><Relationship Id="rId15" Type="http://schemas.openxmlformats.org/officeDocument/2006/relationships/viewProps" Target="viewProps.xml" /><Relationship Id="rId16" Type="http://schemas.openxmlformats.org/officeDocument/2006/relationships/theme" Target="theme/theme1.xml" /><Relationship Id="rId1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2" Type="http://schemas.openxmlformats.org/officeDocument/2006/relationships/printerSettings" Target="printerSettings/printerSettings1.bin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theme/theme1.xml" Type="http://schemas.openxmlformats.org/officeDocument/2006/relationships/theme" /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9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9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anose="020B0604020202020204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anose="020B0604020202020204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anose="020B0604020202020204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anose="020B0604020202020204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CIN-MNH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Entry Trends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01 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Pumwani Maternity Hospital</a:t>
            </a:r>
          </a:p>
        </p:txBody>
      </p:sp>
      <p:pic>
        <p:nvPicPr>
          <p:cNvPr descr="repor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Kakamega County General Teaching and Referral Hospital</a:t>
            </a:r>
          </a:p>
        </p:txBody>
      </p:sp>
      <p:pic>
        <p:nvPicPr>
          <p:cNvPr descr="report_files/figure-pptx/unnamed-chunk-2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Nakuru Level 5 Hospital</a:t>
            </a:r>
          </a:p>
        </p:txBody>
      </p:sp>
      <p:pic>
        <p:nvPicPr>
          <p:cNvPr descr="report_files/figure-pptx/unnamed-chunk-2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Garissa County Referral Hospital</a:t>
            </a:r>
          </a:p>
        </p:txBody>
      </p:sp>
      <p:pic>
        <p:nvPicPr>
          <p:cNvPr descr="report_files/figure-pptx/unnamed-chunk-2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Kiambu Level 5 Hospital</a:t>
            </a:r>
          </a:p>
        </p:txBody>
      </p:sp>
      <p:pic>
        <p:nvPicPr>
          <p:cNvPr descr="report_files/figure-pptx/unnamed-chunk-2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Machakos Level 5 Hospital</a:t>
            </a:r>
          </a:p>
        </p:txBody>
      </p:sp>
      <p:pic>
        <p:nvPicPr>
          <p:cNvPr descr="report_files/figure-pptx/unnamed-chunk-2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Bungoma County Referral Hospital</a:t>
            </a:r>
          </a:p>
        </p:txBody>
      </p:sp>
      <p:pic>
        <p:nvPicPr>
          <p:cNvPr descr="report_files/figure-pptx/unnamed-chunk-2-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Lodwar County Referral Hospital</a:t>
            </a:r>
          </a:p>
        </p:txBody>
      </p:sp>
      <p:pic>
        <p:nvPicPr>
          <p:cNvPr descr="report_files/figure-pptx/unnamed-chunk-2-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Kilifi County Hospital</a:t>
            </a:r>
          </a:p>
        </p:txBody>
      </p:sp>
      <p:pic>
        <p:nvPicPr>
          <p:cNvPr descr="report_files/figure-pptx/unnamed-chunk-2-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CIN-MNH</dc:title>
  <dc:creator/>
  <cp:keywords/>
  <dcterms:created xsi:type="dcterms:W3CDTF">2026-09-01T07:16:11Z</dcterms:created>
  <dcterms:modified xsi:type="dcterms:W3CDTF">2026-09-01T07:16:11Z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date">
    <vt:lpwstr>01 September 2026</vt:lpwstr>
  </property>
  <property fmtid="{D5CDD505-2E9C-101B-9397-08002B2CF9AE}" pid="4" name="date-format">
    <vt:lpwstr>DD MMMM YYYY</vt:lpwstr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Data Entry Trends</vt:lpwstr>
  </property>
  <property fmtid="{D5CDD505-2E9C-101B-9397-08002B2CF9AE}" pid="12" name="toc-title">
    <vt:lpwstr>Table of contents</vt:lpwstr>
  </property>
</Properties>
</file>